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예시 A</c:v>
                </c:pt>
                <c:pt idx="1">
                  <c:v>예시 B</c:v>
                </c:pt>
                <c:pt idx="2">
                  <c:v>예시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45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cover-default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over-default__acce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104900"/>
            <a:ext cx="57150" cy="971550"/>
          </a:xfrm>
          <a:prstGeom prst="rect">
            <a:avLst/>
          </a:prstGeom>
        </p:spPr>
      </p:pic>
      <p:sp>
        <p:nvSpPr>
          <p:cNvPr id="4" name="cover-default__accent-2"/>
          <p:cNvSpPr/>
          <p:nvPr/>
        </p:nvSpPr>
        <p:spPr>
          <a:xfrm>
            <a:off x="10839450" y="1200150"/>
            <a:ext cx="171450" cy="1714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ver-default__panel"/>
          <p:cNvSpPr/>
          <p:nvPr/>
        </p:nvSpPr>
        <p:spPr>
          <a:xfrm>
            <a:off x="838200" y="685800"/>
            <a:ext cx="10515600" cy="54864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-main"/>
          <p:cNvSpPr txBox="1"/>
          <p:nvPr/>
        </p:nvSpPr>
        <p:spPr>
          <a:xfrm>
            <a:off x="3562350" y="2294186"/>
            <a:ext cx="5067300" cy="10513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520"/>
              </a:lnSpc>
            </a:pPr>
            <a:r>
              <a:rPr sz="4500" b="0" i="0" u="none">
                <a:solidFill>
                  <a:srgbClr val="F8FAFC"/>
                </a:solidFill>
                <a:latin typeface="Pretendard"/>
              </a:rPr>
              <a:t>프로젝트 제목이 여기에 들어갑니다</a:t>
            </a:r>
            <a:endParaRPr sz="4500" b="0" i="0">
              <a:latin typeface="Pretendard"/>
            </a:endParaRPr>
          </a:p>
        </p:txBody>
      </p:sp>
      <p:sp>
        <p:nvSpPr>
          <p:cNvPr id="7" name="subtitle-main"/>
          <p:cNvSpPr txBox="1"/>
          <p:nvPr/>
        </p:nvSpPr>
        <p:spPr>
          <a:xfrm>
            <a:off x="5122069" y="3555057"/>
            <a:ext cx="1947714" cy="289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040"/>
              </a:lnSpc>
            </a:pPr>
            <a:r>
              <a:rPr sz="1900" b="0" i="0" u="none">
                <a:solidFill>
                  <a:srgbClr val="CBD5E1"/>
                </a:solidFill>
                <a:latin typeface="Pretendard"/>
              </a:rPr>
              <a:t>부제목 또는 한 줄 요약 설명</a:t>
            </a:r>
          </a:p>
        </p:txBody>
      </p:sp>
      <p:sp>
        <p:nvSpPr>
          <p:cNvPr id="8" name="author-main"/>
          <p:cNvSpPr txBox="1"/>
          <p:nvPr/>
        </p:nvSpPr>
        <p:spPr>
          <a:xfrm>
            <a:off x="5610820" y="4168378"/>
            <a:ext cx="970211" cy="395288"/>
          </a:xfrm>
          <a:prstGeom prst="rect">
            <a:avLst/>
          </a:prstGeom>
          <a:noFill/>
        </p:spPr>
        <p:txBody>
          <a:bodyPr wrap="square" lIns="228600" rIns="228600" tIns="95250" bIns="9525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500" b="0" i="0" u="none">
                <a:solidFill>
                  <a:srgbClr val="94A3B8"/>
                </a:solidFill>
                <a:latin typeface="Pretendard"/>
              </a:rPr>
              <a:t>작성자명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571500" y="45720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00"/>
              </a:lnSpc>
            </a:pPr>
            <a:r>
              <a:rPr sz="3200" b="0" i="0" u="none">
                <a:solidFill>
                  <a:srgbClr val="1E293B"/>
                </a:solidFill>
                <a:latin typeface="Pretendard"/>
              </a:rPr>
              <a:t>기술 스택</a:t>
            </a:r>
            <a:endParaRPr sz="3200" b="0" i="0">
              <a:latin typeface="Pretendard"/>
            </a:endParaRPr>
          </a:p>
        </p:txBody>
      </p:sp>
      <p:sp>
        <p:nvSpPr>
          <p:cNvPr id="3" name="slide-skills__accent"/>
          <p:cNvSpPr/>
          <p:nvPr/>
        </p:nvSpPr>
        <p:spPr>
          <a:xfrm>
            <a:off x="571500" y="1028700"/>
            <a:ext cx="457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skills__skill-group"/>
          <p:cNvSpPr/>
          <p:nvPr/>
        </p:nvSpPr>
        <p:spPr>
          <a:xfrm>
            <a:off x="571500" y="1447800"/>
            <a:ext cx="3479750" cy="4953000"/>
          </a:xfrm>
          <a:prstGeom prst="rect">
            <a:avLst/>
          </a:prstGeom>
          <a:solidFill>
            <a:srgbClr val="00000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66700" bIns="2667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Frontend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5" name="slide-skills__shape"/>
          <p:cNvSpPr/>
          <p:nvPr/>
        </p:nvSpPr>
        <p:spPr>
          <a:xfrm>
            <a:off x="581025" y="1457325"/>
            <a:ext cx="3460700" cy="493395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skills__skill-chip"/>
          <p:cNvSpPr/>
          <p:nvPr/>
        </p:nvSpPr>
        <p:spPr>
          <a:xfrm>
            <a:off x="809625" y="2262188"/>
            <a:ext cx="652165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7" name="slide-skills__shape-2"/>
          <p:cNvSpPr/>
          <p:nvPr/>
        </p:nvSpPr>
        <p:spPr>
          <a:xfrm>
            <a:off x="809625" y="2262188"/>
            <a:ext cx="652165" cy="3524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-skills__skill-chip-2"/>
          <p:cNvSpPr/>
          <p:nvPr/>
        </p:nvSpPr>
        <p:spPr>
          <a:xfrm>
            <a:off x="1537990" y="2262188"/>
            <a:ext cx="963513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</p:txBody>
      </p:sp>
      <p:sp>
        <p:nvSpPr>
          <p:cNvPr id="9" name="slide-skills__shape-3"/>
          <p:cNvSpPr/>
          <p:nvPr/>
        </p:nvSpPr>
        <p:spPr>
          <a:xfrm>
            <a:off x="1537990" y="2262188"/>
            <a:ext cx="963513" cy="3524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ide-skills__skill-chip-3"/>
          <p:cNvSpPr/>
          <p:nvPr/>
        </p:nvSpPr>
        <p:spPr>
          <a:xfrm>
            <a:off x="2577703" y="2262188"/>
            <a:ext cx="724049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11" name="slide-skills__shape-4"/>
          <p:cNvSpPr/>
          <p:nvPr/>
        </p:nvSpPr>
        <p:spPr>
          <a:xfrm>
            <a:off x="2577703" y="2262188"/>
            <a:ext cx="724049" cy="3524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ide-skills__skill-group-2"/>
          <p:cNvSpPr/>
          <p:nvPr/>
        </p:nvSpPr>
        <p:spPr>
          <a:xfrm>
            <a:off x="4356050" y="1447800"/>
            <a:ext cx="3479899" cy="4953000"/>
          </a:xfrm>
          <a:prstGeom prst="rect">
            <a:avLst/>
          </a:prstGeom>
          <a:solidFill>
            <a:srgbClr val="00000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66700" bIns="2667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Backend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13" name="slide-skills__shape-5"/>
          <p:cNvSpPr/>
          <p:nvPr/>
        </p:nvSpPr>
        <p:spPr>
          <a:xfrm>
            <a:off x="4365575" y="1457325"/>
            <a:ext cx="3460849" cy="493395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lide-skills__skill-chip-4"/>
          <p:cNvSpPr/>
          <p:nvPr/>
        </p:nvSpPr>
        <p:spPr>
          <a:xfrm>
            <a:off x="4594175" y="2262188"/>
            <a:ext cx="735657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</p:txBody>
      </p:sp>
      <p:sp>
        <p:nvSpPr>
          <p:cNvPr id="15" name="slide-skills__shape-6"/>
          <p:cNvSpPr/>
          <p:nvPr/>
        </p:nvSpPr>
        <p:spPr>
          <a:xfrm>
            <a:off x="4594175" y="2262188"/>
            <a:ext cx="735657" cy="3524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ide-skills__skill-chip-5"/>
          <p:cNvSpPr/>
          <p:nvPr/>
        </p:nvSpPr>
        <p:spPr>
          <a:xfrm>
            <a:off x="5406033" y="2262188"/>
            <a:ext cx="770037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</p:txBody>
      </p:sp>
      <p:sp>
        <p:nvSpPr>
          <p:cNvPr id="17" name="slide-skills__shape-7"/>
          <p:cNvSpPr/>
          <p:nvPr/>
        </p:nvSpPr>
        <p:spPr>
          <a:xfrm>
            <a:off x="5406033" y="2262188"/>
            <a:ext cx="770037" cy="3524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e-skills__skill-chip-6"/>
          <p:cNvSpPr/>
          <p:nvPr/>
        </p:nvSpPr>
        <p:spPr>
          <a:xfrm>
            <a:off x="6252270" y="2262188"/>
            <a:ext cx="765274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19" name="slide-skills__shape-8"/>
          <p:cNvSpPr/>
          <p:nvPr/>
        </p:nvSpPr>
        <p:spPr>
          <a:xfrm>
            <a:off x="6252270" y="2262188"/>
            <a:ext cx="765274" cy="3524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lide-skills__skill-group-3"/>
          <p:cNvSpPr/>
          <p:nvPr/>
        </p:nvSpPr>
        <p:spPr>
          <a:xfrm>
            <a:off x="8140750" y="1447800"/>
            <a:ext cx="3479750" cy="4953000"/>
          </a:xfrm>
          <a:prstGeom prst="rect">
            <a:avLst/>
          </a:prstGeom>
          <a:solidFill>
            <a:srgbClr val="00000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66700" bIns="2667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DevOps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21" name="slide-skills__shape-9"/>
          <p:cNvSpPr/>
          <p:nvPr/>
        </p:nvSpPr>
        <p:spPr>
          <a:xfrm>
            <a:off x="8150275" y="1457325"/>
            <a:ext cx="3460700" cy="493395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lide-skills__skill-chip-7"/>
          <p:cNvSpPr/>
          <p:nvPr/>
        </p:nvSpPr>
        <p:spPr>
          <a:xfrm>
            <a:off x="8378875" y="2262188"/>
            <a:ext cx="736699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</p:txBody>
      </p:sp>
      <p:sp>
        <p:nvSpPr>
          <p:cNvPr id="23" name="slide-skills__shape-10"/>
          <p:cNvSpPr/>
          <p:nvPr/>
        </p:nvSpPr>
        <p:spPr>
          <a:xfrm>
            <a:off x="8378875" y="2262188"/>
            <a:ext cx="736699" cy="3524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lide-skills__skill-chip-8"/>
          <p:cNvSpPr/>
          <p:nvPr/>
        </p:nvSpPr>
        <p:spPr>
          <a:xfrm>
            <a:off x="9191774" y="2262188"/>
            <a:ext cx="593378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</p:txBody>
      </p:sp>
      <p:sp>
        <p:nvSpPr>
          <p:cNvPr id="25" name="slide-skills__shape-11"/>
          <p:cNvSpPr/>
          <p:nvPr/>
        </p:nvSpPr>
        <p:spPr>
          <a:xfrm>
            <a:off x="9191774" y="2262188"/>
            <a:ext cx="593378" cy="3524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lide-skills__skill-chip-9"/>
          <p:cNvSpPr/>
          <p:nvPr/>
        </p:nvSpPr>
        <p:spPr>
          <a:xfrm>
            <a:off x="9861352" y="2262188"/>
            <a:ext cx="1224855" cy="352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27" name="slide-skills__shape-12"/>
          <p:cNvSpPr/>
          <p:nvPr/>
        </p:nvSpPr>
        <p:spPr>
          <a:xfrm>
            <a:off x="9861352" y="2262188"/>
            <a:ext cx="1224855" cy="3524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lide-skills__group-title"/>
          <p:cNvSpPr txBox="1"/>
          <p:nvPr/>
        </p:nvSpPr>
        <p:spPr>
          <a:xfrm>
            <a:off x="809625" y="1724025"/>
            <a:ext cx="3003500" cy="347662"/>
          </a:xfrm>
          <a:prstGeom prst="rect">
            <a:avLst/>
          </a:prstGeom>
          <a:noFill/>
        </p:spPr>
        <p:txBody>
          <a:bodyPr wrap="square" lIns="0" rIns="0" tIns="0" bIns="11430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Pretendard"/>
              </a:rPr>
              <a:t>Frontend</a:t>
            </a:r>
            <a:endParaRPr sz="1500" b="0" i="0">
              <a:latin typeface="Pretendard"/>
            </a:endParaRPr>
          </a:p>
        </p:txBody>
      </p:sp>
      <p:sp>
        <p:nvSpPr>
          <p:cNvPr id="29" name="slide-skills__group"/>
          <p:cNvSpPr/>
          <p:nvPr/>
        </p:nvSpPr>
        <p:spPr>
          <a:xfrm>
            <a:off x="809625" y="2262188"/>
            <a:ext cx="3003500" cy="38623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30" name="slide-skills__chip-text"/>
          <p:cNvSpPr txBox="1"/>
          <p:nvPr/>
        </p:nvSpPr>
        <p:spPr>
          <a:xfrm>
            <a:off x="809625" y="2262188"/>
            <a:ext cx="652165" cy="352425"/>
          </a:xfrm>
          <a:prstGeom prst="rect">
            <a:avLst/>
          </a:prstGeom>
          <a:noFill/>
        </p:spPr>
        <p:txBody>
          <a:bodyPr wrap="square" lIns="152400" rIns="15240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334155"/>
                </a:solidFill>
                <a:latin typeface="Pretendard"/>
              </a:rPr>
              <a:t>React</a:t>
            </a:r>
          </a:p>
        </p:txBody>
      </p:sp>
      <p:sp>
        <p:nvSpPr>
          <p:cNvPr id="31" name="slide-skills__chip-text-2"/>
          <p:cNvSpPr txBox="1"/>
          <p:nvPr/>
        </p:nvSpPr>
        <p:spPr>
          <a:xfrm>
            <a:off x="1537990" y="2262188"/>
            <a:ext cx="963513" cy="352425"/>
          </a:xfrm>
          <a:prstGeom prst="rect">
            <a:avLst/>
          </a:prstGeom>
          <a:noFill/>
        </p:spPr>
        <p:txBody>
          <a:bodyPr wrap="square" lIns="152400" rIns="15240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334155"/>
                </a:solidFill>
                <a:latin typeface="Pretendard"/>
              </a:rPr>
              <a:t>TypeScript</a:t>
            </a:r>
          </a:p>
        </p:txBody>
      </p:sp>
      <p:sp>
        <p:nvSpPr>
          <p:cNvPr id="32" name="slide-skills__chip-text-3"/>
          <p:cNvSpPr txBox="1"/>
          <p:nvPr/>
        </p:nvSpPr>
        <p:spPr>
          <a:xfrm>
            <a:off x="2577703" y="2262188"/>
            <a:ext cx="724049" cy="352425"/>
          </a:xfrm>
          <a:prstGeom prst="rect">
            <a:avLst/>
          </a:prstGeom>
          <a:noFill/>
        </p:spPr>
        <p:txBody>
          <a:bodyPr wrap="square" lIns="152400" rIns="15240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334155"/>
                </a:solidFill>
                <a:latin typeface="Pretendard"/>
              </a:rPr>
              <a:t>Next.js</a:t>
            </a:r>
          </a:p>
        </p:txBody>
      </p:sp>
      <p:sp>
        <p:nvSpPr>
          <p:cNvPr id="33" name="slide-skills__group-title-2"/>
          <p:cNvSpPr txBox="1"/>
          <p:nvPr/>
        </p:nvSpPr>
        <p:spPr>
          <a:xfrm>
            <a:off x="4594175" y="1724025"/>
            <a:ext cx="3003649" cy="347662"/>
          </a:xfrm>
          <a:prstGeom prst="rect">
            <a:avLst/>
          </a:prstGeom>
          <a:noFill/>
        </p:spPr>
        <p:txBody>
          <a:bodyPr wrap="square" lIns="0" rIns="0" tIns="0" bIns="11430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Pretendard"/>
              </a:rPr>
              <a:t>Backend</a:t>
            </a:r>
            <a:endParaRPr sz="1500" b="0" i="0">
              <a:latin typeface="Pretendard"/>
            </a:endParaRPr>
          </a:p>
        </p:txBody>
      </p:sp>
      <p:sp>
        <p:nvSpPr>
          <p:cNvPr id="34" name="slide-skills__group-2"/>
          <p:cNvSpPr/>
          <p:nvPr/>
        </p:nvSpPr>
        <p:spPr>
          <a:xfrm>
            <a:off x="4594175" y="2262188"/>
            <a:ext cx="3003649" cy="38623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35" name="slide-skills__chip-text-4"/>
          <p:cNvSpPr txBox="1"/>
          <p:nvPr/>
        </p:nvSpPr>
        <p:spPr>
          <a:xfrm>
            <a:off x="4594175" y="2262188"/>
            <a:ext cx="735657" cy="352425"/>
          </a:xfrm>
          <a:prstGeom prst="rect">
            <a:avLst/>
          </a:prstGeom>
          <a:noFill/>
        </p:spPr>
        <p:txBody>
          <a:bodyPr wrap="square" lIns="152400" rIns="15240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334155"/>
                </a:solidFill>
                <a:latin typeface="Pretendard"/>
              </a:rPr>
              <a:t>Python</a:t>
            </a:r>
          </a:p>
        </p:txBody>
      </p:sp>
      <p:sp>
        <p:nvSpPr>
          <p:cNvPr id="36" name="slide-skills__chip-text-5"/>
          <p:cNvSpPr txBox="1"/>
          <p:nvPr/>
        </p:nvSpPr>
        <p:spPr>
          <a:xfrm>
            <a:off x="5406033" y="2262188"/>
            <a:ext cx="770037" cy="352425"/>
          </a:xfrm>
          <a:prstGeom prst="rect">
            <a:avLst/>
          </a:prstGeom>
          <a:noFill/>
        </p:spPr>
        <p:txBody>
          <a:bodyPr wrap="square" lIns="152400" rIns="15240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334155"/>
                </a:solidFill>
                <a:latin typeface="Pretendard"/>
              </a:rPr>
              <a:t>FastAPI</a:t>
            </a:r>
          </a:p>
        </p:txBody>
      </p:sp>
      <p:sp>
        <p:nvSpPr>
          <p:cNvPr id="37" name="slide-skills__chip-text-6"/>
          <p:cNvSpPr txBox="1"/>
          <p:nvPr/>
        </p:nvSpPr>
        <p:spPr>
          <a:xfrm>
            <a:off x="6252270" y="2262188"/>
            <a:ext cx="765274" cy="352425"/>
          </a:xfrm>
          <a:prstGeom prst="rect">
            <a:avLst/>
          </a:prstGeom>
          <a:noFill/>
        </p:spPr>
        <p:txBody>
          <a:bodyPr wrap="square" lIns="152400" rIns="15240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334155"/>
                </a:solidFill>
                <a:latin typeface="Pretendard"/>
              </a:rPr>
              <a:t>Node.js</a:t>
            </a:r>
          </a:p>
        </p:txBody>
      </p:sp>
      <p:sp>
        <p:nvSpPr>
          <p:cNvPr id="38" name="slide-skills__group-title-3"/>
          <p:cNvSpPr txBox="1"/>
          <p:nvPr/>
        </p:nvSpPr>
        <p:spPr>
          <a:xfrm>
            <a:off x="8378875" y="1724025"/>
            <a:ext cx="3003500" cy="347662"/>
          </a:xfrm>
          <a:prstGeom prst="rect">
            <a:avLst/>
          </a:prstGeom>
          <a:noFill/>
        </p:spPr>
        <p:txBody>
          <a:bodyPr wrap="square" lIns="0" rIns="0" tIns="0" bIns="11430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Pretendard"/>
              </a:rPr>
              <a:t>DevOps</a:t>
            </a:r>
            <a:endParaRPr sz="1500" b="0" i="0">
              <a:latin typeface="Pretendard"/>
            </a:endParaRPr>
          </a:p>
        </p:txBody>
      </p:sp>
      <p:sp>
        <p:nvSpPr>
          <p:cNvPr id="39" name="slide-skills__group-3"/>
          <p:cNvSpPr/>
          <p:nvPr/>
        </p:nvSpPr>
        <p:spPr>
          <a:xfrm>
            <a:off x="8378875" y="2262188"/>
            <a:ext cx="3003500" cy="38623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40" name="slide-skills__chip-text-7"/>
          <p:cNvSpPr txBox="1"/>
          <p:nvPr/>
        </p:nvSpPr>
        <p:spPr>
          <a:xfrm>
            <a:off x="8378875" y="2262188"/>
            <a:ext cx="736699" cy="352425"/>
          </a:xfrm>
          <a:prstGeom prst="rect">
            <a:avLst/>
          </a:prstGeom>
          <a:noFill/>
        </p:spPr>
        <p:txBody>
          <a:bodyPr wrap="square" lIns="152400" rIns="15240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334155"/>
                </a:solidFill>
                <a:latin typeface="Pretendard"/>
              </a:rPr>
              <a:t>Docker</a:t>
            </a:r>
          </a:p>
        </p:txBody>
      </p:sp>
      <p:sp>
        <p:nvSpPr>
          <p:cNvPr id="41" name="slide-skills__chip-text-8"/>
          <p:cNvSpPr txBox="1"/>
          <p:nvPr/>
        </p:nvSpPr>
        <p:spPr>
          <a:xfrm>
            <a:off x="9191774" y="2262188"/>
            <a:ext cx="593378" cy="352425"/>
          </a:xfrm>
          <a:prstGeom prst="rect">
            <a:avLst/>
          </a:prstGeom>
          <a:noFill/>
        </p:spPr>
        <p:txBody>
          <a:bodyPr wrap="square" lIns="152400" rIns="152400" tIns="76200" bIns="7620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334155"/>
                </a:solidFill>
                <a:latin typeface="Pretendard"/>
              </a:rPr>
              <a:t>AWS</a:t>
            </a:r>
          </a:p>
        </p:txBody>
      </p:sp>
      <p:sp>
        <p:nvSpPr>
          <p:cNvPr id="42" name="slide-skills__chip-text-9"/>
          <p:cNvSpPr txBox="1"/>
          <p:nvPr/>
        </p:nvSpPr>
        <p:spPr>
          <a:xfrm>
            <a:off x="9861352" y="2262188"/>
            <a:ext cx="1224855" cy="352425"/>
          </a:xfrm>
          <a:prstGeom prst="rect">
            <a:avLst/>
          </a:prstGeom>
          <a:noFill/>
        </p:spPr>
        <p:txBody>
          <a:bodyPr wrap="square" lIns="152400" rIns="152400" tIns="76200" bIns="7620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000" b="0" i="0" u="none">
                <a:solidFill>
                  <a:srgbClr val="334155"/>
                </a:solidFill>
                <a:latin typeface="Pretendard"/>
              </a:rPr>
              <a:t>GitHub Actions</a:t>
            </a:r>
            <a:endParaRPr sz="1000" b="0" i="0">
              <a:latin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571500" y="45720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00"/>
              </a:lnSpc>
            </a:pPr>
            <a:r>
              <a:rPr sz="3200" b="0" i="0" u="none">
                <a:solidFill>
                  <a:srgbClr val="F1F5F9"/>
                </a:solidFill>
                <a:latin typeface="Pretendard"/>
              </a:rPr>
              <a:t>경력 타임라인</a:t>
            </a:r>
            <a:endParaRPr sz="3200" b="0" i="0">
              <a:latin typeface="Pretendard"/>
            </a:endParaRPr>
          </a:p>
        </p:txBody>
      </p:sp>
      <p:pic>
        <p:nvPicPr>
          <p:cNvPr id="3" name="slide-timeline__track-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66850"/>
            <a:ext cx="11049000" cy="19050"/>
          </a:xfrm>
          <a:prstGeom prst="rect">
            <a:avLst/>
          </a:prstGeom>
        </p:spPr>
      </p:pic>
      <p:sp>
        <p:nvSpPr>
          <p:cNvPr id="4" name="slide-timeline__timeline-item"/>
          <p:cNvSpPr/>
          <p:nvPr/>
        </p:nvSpPr>
        <p:spPr>
          <a:xfrm>
            <a:off x="571500" y="1295400"/>
            <a:ext cx="3530501" cy="510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4290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2024.01 ~ 현재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시니어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서비스 백엔드 아키텍처 설계 및 운영</a:t>
            </a:r>
          </a:p>
        </p:txBody>
      </p:sp>
      <p:sp>
        <p:nvSpPr>
          <p:cNvPr id="5" name="slide-timeline__group"/>
          <p:cNvSpPr/>
          <p:nvPr/>
        </p:nvSpPr>
        <p:spPr>
          <a:xfrm>
            <a:off x="571500" y="1638300"/>
            <a:ext cx="3530501" cy="4762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190500" tIns="190500" bIns="1905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2024.01 ~ 현재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시니어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서비스 백엔드 아키텍처 설계 및 운영</a:t>
            </a:r>
          </a:p>
        </p:txBody>
      </p:sp>
      <p:sp>
        <p:nvSpPr>
          <p:cNvPr id="6" name="slide-timeline__shape"/>
          <p:cNvSpPr/>
          <p:nvPr/>
        </p:nvSpPr>
        <p:spPr>
          <a:xfrm>
            <a:off x="571500" y="1638300"/>
            <a:ext cx="3530501" cy="476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-timeline__timeline-item-2"/>
          <p:cNvSpPr/>
          <p:nvPr/>
        </p:nvSpPr>
        <p:spPr>
          <a:xfrm>
            <a:off x="4330601" y="1295400"/>
            <a:ext cx="3530650" cy="510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4290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2022.03 ~ 2023.12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주니어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API 개발 및 데이터베이스 최적화</a:t>
            </a:r>
          </a:p>
        </p:txBody>
      </p:sp>
      <p:sp>
        <p:nvSpPr>
          <p:cNvPr id="8" name="slide-timeline__group-2"/>
          <p:cNvSpPr/>
          <p:nvPr/>
        </p:nvSpPr>
        <p:spPr>
          <a:xfrm>
            <a:off x="4330601" y="1638300"/>
            <a:ext cx="3530650" cy="4762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190500" tIns="190500" bIns="1905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2022.03 ~ 2023.12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주니어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API 개발 및 데이터베이스 최적화</a:t>
            </a:r>
          </a:p>
        </p:txBody>
      </p:sp>
      <p:sp>
        <p:nvSpPr>
          <p:cNvPr id="9" name="slide-timeline__shape-2"/>
          <p:cNvSpPr/>
          <p:nvPr/>
        </p:nvSpPr>
        <p:spPr>
          <a:xfrm>
            <a:off x="4330601" y="1638300"/>
            <a:ext cx="3530650" cy="476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ide-timeline__timeline-item-3"/>
          <p:cNvSpPr/>
          <p:nvPr/>
        </p:nvSpPr>
        <p:spPr>
          <a:xfrm>
            <a:off x="8089850" y="1295400"/>
            <a:ext cx="3530650" cy="510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34290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2021.09 ~ 2022.02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인턴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웹 프론트엔드 개발 및 QA</a:t>
            </a:r>
          </a:p>
        </p:txBody>
      </p:sp>
      <p:sp>
        <p:nvSpPr>
          <p:cNvPr id="11" name="slide-timeline__group-3"/>
          <p:cNvSpPr/>
          <p:nvPr/>
        </p:nvSpPr>
        <p:spPr>
          <a:xfrm>
            <a:off x="8089850" y="1638300"/>
            <a:ext cx="3530650" cy="4762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190500" tIns="190500" bIns="1905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2021.09 ~ 2022.02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인턴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웹 프론트엔드 개발 및 QA</a:t>
            </a:r>
          </a:p>
        </p:txBody>
      </p:sp>
      <p:sp>
        <p:nvSpPr>
          <p:cNvPr id="12" name="slide-timeline__shape-3"/>
          <p:cNvSpPr/>
          <p:nvPr/>
        </p:nvSpPr>
        <p:spPr>
          <a:xfrm>
            <a:off x="8089850" y="1638300"/>
            <a:ext cx="3530650" cy="476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-timeline__do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90650"/>
            <a:ext cx="152400" cy="152400"/>
          </a:xfrm>
          <a:prstGeom prst="rect">
            <a:avLst/>
          </a:prstGeom>
        </p:spPr>
      </p:pic>
      <p:sp>
        <p:nvSpPr>
          <p:cNvPr id="14" name="slide-timeline__date"/>
          <p:cNvSpPr txBox="1"/>
          <p:nvPr/>
        </p:nvSpPr>
        <p:spPr>
          <a:xfrm>
            <a:off x="762000" y="1828800"/>
            <a:ext cx="3149501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18CF8"/>
                </a:solidFill>
                <a:latin typeface="Pretendard"/>
              </a:rPr>
              <a:t>2024.01 ~ 현재</a:t>
            </a:r>
            <a:endParaRPr sz="1200" b="0" i="0">
              <a:latin typeface="Pretendard"/>
            </a:endParaRPr>
          </a:p>
        </p:txBody>
      </p:sp>
      <p:sp>
        <p:nvSpPr>
          <p:cNvPr id="15" name="slide-timeline__item-title"/>
          <p:cNvSpPr txBox="1"/>
          <p:nvPr/>
        </p:nvSpPr>
        <p:spPr>
          <a:xfrm>
            <a:off x="762000" y="2076450"/>
            <a:ext cx="3149501" cy="2227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 i="0" u="none">
                <a:solidFill>
                  <a:srgbClr val="F1F5F9"/>
                </a:solidFill>
                <a:latin typeface="Pretendard"/>
              </a:rPr>
              <a:t>시니어 개발자</a:t>
            </a:r>
            <a:endParaRPr sz="1800" b="0" i="0">
              <a:latin typeface="Pretendard"/>
            </a:endParaRPr>
          </a:p>
        </p:txBody>
      </p:sp>
      <p:sp>
        <p:nvSpPr>
          <p:cNvPr id="16" name="slide-timeline__item-body"/>
          <p:cNvSpPr txBox="1"/>
          <p:nvPr/>
        </p:nvSpPr>
        <p:spPr>
          <a:xfrm>
            <a:off x="762000" y="2375446"/>
            <a:ext cx="3149501" cy="21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sz="1400" b="0" i="0" u="none">
                <a:solidFill>
                  <a:srgbClr val="94A3B8"/>
                </a:solidFill>
                <a:latin typeface="Pretendard"/>
              </a:rPr>
              <a:t>주요 서비스 백엔드 아키텍처 설계 및 운영</a:t>
            </a:r>
          </a:p>
        </p:txBody>
      </p:sp>
      <p:pic>
        <p:nvPicPr>
          <p:cNvPr id="17" name="slide-timeline__do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1" y="1390650"/>
            <a:ext cx="152400" cy="152400"/>
          </a:xfrm>
          <a:prstGeom prst="rect">
            <a:avLst/>
          </a:prstGeom>
        </p:spPr>
      </p:pic>
      <p:sp>
        <p:nvSpPr>
          <p:cNvPr id="18" name="slide-timeline__date-2"/>
          <p:cNvSpPr txBox="1"/>
          <p:nvPr/>
        </p:nvSpPr>
        <p:spPr>
          <a:xfrm>
            <a:off x="4521101" y="1828800"/>
            <a:ext cx="31496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18CF8"/>
                </a:solidFill>
                <a:latin typeface="Pretendard"/>
              </a:rPr>
              <a:t>2022.03 ~ 2023.12</a:t>
            </a:r>
            <a:endParaRPr sz="1200" b="0" i="0">
              <a:latin typeface="Pretendard"/>
            </a:endParaRPr>
          </a:p>
        </p:txBody>
      </p:sp>
      <p:sp>
        <p:nvSpPr>
          <p:cNvPr id="19" name="slide-timeline__item-title-2"/>
          <p:cNvSpPr txBox="1"/>
          <p:nvPr/>
        </p:nvSpPr>
        <p:spPr>
          <a:xfrm>
            <a:off x="4521101" y="2076450"/>
            <a:ext cx="3149650" cy="2227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 i="0" u="none">
                <a:solidFill>
                  <a:srgbClr val="F1F5F9"/>
                </a:solidFill>
                <a:latin typeface="Pretendard"/>
              </a:rPr>
              <a:t>주니어 개발자</a:t>
            </a:r>
            <a:endParaRPr sz="1800" b="0" i="0">
              <a:latin typeface="Pretendard"/>
            </a:endParaRPr>
          </a:p>
        </p:txBody>
      </p:sp>
      <p:sp>
        <p:nvSpPr>
          <p:cNvPr id="20" name="slide-timeline__item-body-2"/>
          <p:cNvSpPr txBox="1"/>
          <p:nvPr/>
        </p:nvSpPr>
        <p:spPr>
          <a:xfrm>
            <a:off x="4521101" y="2375446"/>
            <a:ext cx="3149650" cy="21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sz="1400" b="0" i="0" u="none">
                <a:solidFill>
                  <a:srgbClr val="94A3B8"/>
                </a:solidFill>
                <a:latin typeface="Pretendard"/>
              </a:rPr>
              <a:t>API 개발 및 데이터베이스 최적화</a:t>
            </a:r>
          </a:p>
        </p:txBody>
      </p:sp>
      <p:pic>
        <p:nvPicPr>
          <p:cNvPr id="21" name="slide-timeline__dot-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1390650"/>
            <a:ext cx="152400" cy="152400"/>
          </a:xfrm>
          <a:prstGeom prst="rect">
            <a:avLst/>
          </a:prstGeom>
        </p:spPr>
      </p:pic>
      <p:sp>
        <p:nvSpPr>
          <p:cNvPr id="22" name="slide-timeline__date-3"/>
          <p:cNvSpPr txBox="1"/>
          <p:nvPr/>
        </p:nvSpPr>
        <p:spPr>
          <a:xfrm>
            <a:off x="8280350" y="1828800"/>
            <a:ext cx="31496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18CF8"/>
                </a:solidFill>
                <a:latin typeface="Pretendard"/>
              </a:rPr>
              <a:t>2021.09 ~ 2022.02</a:t>
            </a:r>
            <a:endParaRPr sz="1200" b="0" i="0">
              <a:latin typeface="Pretendard"/>
            </a:endParaRPr>
          </a:p>
        </p:txBody>
      </p:sp>
      <p:sp>
        <p:nvSpPr>
          <p:cNvPr id="23" name="slide-timeline__item-title-3"/>
          <p:cNvSpPr txBox="1"/>
          <p:nvPr/>
        </p:nvSpPr>
        <p:spPr>
          <a:xfrm>
            <a:off x="8280350" y="2076450"/>
            <a:ext cx="3149650" cy="2227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 i="0" u="none">
                <a:solidFill>
                  <a:srgbClr val="F1F5F9"/>
                </a:solidFill>
                <a:latin typeface="Pretendard"/>
              </a:rPr>
              <a:t>인턴</a:t>
            </a:r>
            <a:endParaRPr sz="1800" b="0" i="0">
              <a:latin typeface="Pretendard"/>
            </a:endParaRPr>
          </a:p>
        </p:txBody>
      </p:sp>
      <p:sp>
        <p:nvSpPr>
          <p:cNvPr id="24" name="slide-timeline__item-body-3"/>
          <p:cNvSpPr txBox="1"/>
          <p:nvPr/>
        </p:nvSpPr>
        <p:spPr>
          <a:xfrm>
            <a:off x="8280350" y="2375446"/>
            <a:ext cx="3149650" cy="21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sz="1400" b="0" i="0" u="none">
                <a:solidFill>
                  <a:srgbClr val="94A3B8"/>
                </a:solidFill>
                <a:latin typeface="Pretendard"/>
              </a:rPr>
              <a:t>웹 프론트엔드 개발 및 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222"/>
            </a:gs>
            <a:gs pos="100000">
              <a:srgbClr val="0F172A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-agenda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-main"/>
          <p:cNvSpPr txBox="1"/>
          <p:nvPr/>
        </p:nvSpPr>
        <p:spPr>
          <a:xfrm>
            <a:off x="838200" y="1935063"/>
            <a:ext cx="104394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00"/>
              </a:lnSpc>
            </a:pPr>
            <a:r>
              <a:rPr sz="4000" b="0" i="0" u="none">
                <a:solidFill>
                  <a:srgbClr val="F1F5F9"/>
                </a:solidFill>
                <a:latin typeface="Pretendard"/>
              </a:rPr>
              <a:t>목차 제목</a:t>
            </a:r>
            <a:endParaRPr sz="4000" b="0" i="0">
              <a:latin typeface="Pretendard"/>
            </a:endParaRPr>
          </a:p>
        </p:txBody>
      </p:sp>
      <p:sp>
        <p:nvSpPr>
          <p:cNvPr id="4" name="slide-agenda__agenda-item"/>
          <p:cNvSpPr/>
          <p:nvPr/>
        </p:nvSpPr>
        <p:spPr>
          <a:xfrm>
            <a:off x="838200" y="2754213"/>
            <a:ext cx="10439400" cy="60855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0955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첫 번째 섹션</a:t>
            </a:r>
          </a:p>
        </p:txBody>
      </p:sp>
      <p:pic>
        <p:nvPicPr>
          <p:cNvPr id="5" name="agenda-item-panel-0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54213"/>
            <a:ext cx="10439400" cy="608558"/>
          </a:xfrm>
          <a:prstGeom prst="rect">
            <a:avLst/>
          </a:prstGeom>
        </p:spPr>
      </p:pic>
      <p:sp>
        <p:nvSpPr>
          <p:cNvPr id="6" name="slide-agenda__agenda-item-2"/>
          <p:cNvSpPr/>
          <p:nvPr/>
        </p:nvSpPr>
        <p:spPr>
          <a:xfrm>
            <a:off x="838200" y="3534221"/>
            <a:ext cx="10439400" cy="60855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0955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두 번째 섹션</a:t>
            </a:r>
          </a:p>
        </p:txBody>
      </p:sp>
      <p:pic>
        <p:nvPicPr>
          <p:cNvPr id="7" name="agenda-item-panel-0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34221"/>
            <a:ext cx="10439400" cy="608558"/>
          </a:xfrm>
          <a:prstGeom prst="rect">
            <a:avLst/>
          </a:prstGeom>
        </p:spPr>
      </p:pic>
      <p:sp>
        <p:nvSpPr>
          <p:cNvPr id="8" name="slide-agenda__agenda-item-3"/>
          <p:cNvSpPr/>
          <p:nvPr/>
        </p:nvSpPr>
        <p:spPr>
          <a:xfrm>
            <a:off x="838200" y="4314230"/>
            <a:ext cx="10439400" cy="60855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0955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세 번째 섹션</a:t>
            </a:r>
          </a:p>
        </p:txBody>
      </p:sp>
      <p:pic>
        <p:nvPicPr>
          <p:cNvPr id="9" name="agenda-item-panel-0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314230"/>
            <a:ext cx="10439400" cy="608558"/>
          </a:xfrm>
          <a:prstGeom prst="rect">
            <a:avLst/>
          </a:prstGeom>
        </p:spPr>
      </p:pic>
      <p:pic>
        <p:nvPicPr>
          <p:cNvPr id="10" name="agenda-item-marker-0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3001268"/>
            <a:ext cx="114300" cy="114300"/>
          </a:xfrm>
          <a:prstGeom prst="rect">
            <a:avLst/>
          </a:prstGeom>
        </p:spPr>
      </p:pic>
      <p:sp>
        <p:nvSpPr>
          <p:cNvPr id="11" name="agenda-item-text-01"/>
          <p:cNvSpPr txBox="1"/>
          <p:nvPr/>
        </p:nvSpPr>
        <p:spPr>
          <a:xfrm>
            <a:off x="1333500" y="2906613"/>
            <a:ext cx="1007864" cy="303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90"/>
              </a:lnSpc>
            </a:pPr>
            <a:r>
              <a:rPr sz="1600" b="0" i="0" u="none">
                <a:solidFill>
                  <a:srgbClr val="CBD5E1"/>
                </a:solidFill>
                <a:latin typeface="Pretendard"/>
              </a:rPr>
              <a:t>첫 번째 섹션</a:t>
            </a:r>
            <a:endParaRPr sz="1600" b="0" i="0">
              <a:latin typeface="Pretendard"/>
            </a:endParaRPr>
          </a:p>
        </p:txBody>
      </p:sp>
      <p:pic>
        <p:nvPicPr>
          <p:cNvPr id="12" name="agenda-item-marker-0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3781276"/>
            <a:ext cx="114300" cy="114300"/>
          </a:xfrm>
          <a:prstGeom prst="rect">
            <a:avLst/>
          </a:prstGeom>
        </p:spPr>
      </p:pic>
      <p:sp>
        <p:nvSpPr>
          <p:cNvPr id="13" name="agenda-item-text-02"/>
          <p:cNvSpPr txBox="1"/>
          <p:nvPr/>
        </p:nvSpPr>
        <p:spPr>
          <a:xfrm>
            <a:off x="1333500" y="3686621"/>
            <a:ext cx="1007864" cy="303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90"/>
              </a:lnSpc>
            </a:pPr>
            <a:r>
              <a:rPr sz="1600" b="0" i="0" u="none">
                <a:solidFill>
                  <a:srgbClr val="CBD5E1"/>
                </a:solidFill>
                <a:latin typeface="Pretendard"/>
              </a:rPr>
              <a:t>두 번째 섹션</a:t>
            </a:r>
            <a:endParaRPr sz="1600" b="0" i="0">
              <a:latin typeface="Pretendard"/>
            </a:endParaRPr>
          </a:p>
        </p:txBody>
      </p:sp>
      <p:pic>
        <p:nvPicPr>
          <p:cNvPr id="14" name="agenda-item-marker-0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4561284"/>
            <a:ext cx="114300" cy="114300"/>
          </a:xfrm>
          <a:prstGeom prst="rect">
            <a:avLst/>
          </a:prstGeom>
        </p:spPr>
      </p:pic>
      <p:sp>
        <p:nvSpPr>
          <p:cNvPr id="15" name="agenda-item-text-03"/>
          <p:cNvSpPr txBox="1"/>
          <p:nvPr/>
        </p:nvSpPr>
        <p:spPr>
          <a:xfrm>
            <a:off x="1333500" y="4466630"/>
            <a:ext cx="1007864" cy="303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90"/>
              </a:lnSpc>
            </a:pPr>
            <a:r>
              <a:rPr sz="1600" b="0" i="0" u="none">
                <a:solidFill>
                  <a:srgbClr val="CBD5E1"/>
                </a:solidFill>
                <a:latin typeface="Pretendard"/>
              </a:rPr>
              <a:t>세 번째 섹션</a:t>
            </a:r>
            <a:endParaRPr sz="1600" b="0" i="0">
              <a:latin typeface="Pretendar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project_card__group"/>
          <p:cNvSpPr/>
          <p:nvPr/>
        </p:nvSpPr>
        <p:spPr>
          <a:xfrm>
            <a:off x="304800" y="762000"/>
            <a:ext cx="2438400" cy="781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역할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기간</a:t>
            </a:r>
          </a:p>
        </p:txBody>
      </p:sp>
      <p:sp>
        <p:nvSpPr>
          <p:cNvPr id="3" name="slide-project_card__shape-2"/>
          <p:cNvSpPr/>
          <p:nvPr/>
        </p:nvSpPr>
        <p:spPr>
          <a:xfrm>
            <a:off x="304800" y="762000"/>
            <a:ext cx="2438400" cy="7810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project_card__shape-3"/>
          <p:cNvSpPr/>
          <p:nvPr/>
        </p:nvSpPr>
        <p:spPr>
          <a:xfrm>
            <a:off x="304800" y="1847850"/>
            <a:ext cx="636538" cy="26193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-project_card__shape-4"/>
          <p:cNvSpPr/>
          <p:nvPr/>
        </p:nvSpPr>
        <p:spPr>
          <a:xfrm>
            <a:off x="1017538" y="1847850"/>
            <a:ext cx="669429" cy="26193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project_card__shape-5"/>
          <p:cNvSpPr/>
          <p:nvPr/>
        </p:nvSpPr>
        <p:spPr>
          <a:xfrm>
            <a:off x="1763167" y="1847850"/>
            <a:ext cx="556320" cy="26193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lide-project_card__shape-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4957762"/>
            <a:ext cx="8001000" cy="404812"/>
          </a:xfrm>
          <a:prstGeom prst="rect">
            <a:avLst/>
          </a:prstGeom>
        </p:spPr>
      </p:pic>
      <p:pic>
        <p:nvPicPr>
          <p:cNvPr id="8" name="slide-project_card__shape-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438775"/>
            <a:ext cx="8001000" cy="404812"/>
          </a:xfrm>
          <a:prstGeom prst="rect">
            <a:avLst/>
          </a:prstGeom>
        </p:spPr>
      </p:pic>
      <p:pic>
        <p:nvPicPr>
          <p:cNvPr id="9" name="slide-project_card__shape-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5919788"/>
            <a:ext cx="8001000" cy="404812"/>
          </a:xfrm>
          <a:prstGeom prst="rect">
            <a:avLst/>
          </a:prstGeom>
        </p:spPr>
      </p:pic>
      <p:sp>
        <p:nvSpPr>
          <p:cNvPr id="10" name="slide-project_card__shape"/>
          <p:cNvSpPr/>
          <p:nvPr/>
        </p:nvSpPr>
        <p:spPr>
          <a:xfrm>
            <a:off x="304800" y="457200"/>
            <a:ext cx="2438400" cy="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e-main"/>
          <p:cNvSpPr txBox="1"/>
          <p:nvPr/>
        </p:nvSpPr>
        <p:spPr>
          <a:xfrm>
            <a:off x="457200" y="895350"/>
            <a:ext cx="213360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A5B4FC"/>
                </a:solidFill>
                <a:latin typeface="Pretendard"/>
              </a:rPr>
              <a:t>역할</a:t>
            </a:r>
            <a:endParaRPr sz="1400" b="0" i="0">
              <a:latin typeface="Pretendard"/>
            </a:endParaRPr>
          </a:p>
        </p:txBody>
      </p:sp>
      <p:sp>
        <p:nvSpPr>
          <p:cNvPr id="12" name="period-main"/>
          <p:cNvSpPr txBox="1"/>
          <p:nvPr/>
        </p:nvSpPr>
        <p:spPr>
          <a:xfrm>
            <a:off x="457200" y="1209675"/>
            <a:ext cx="213360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94A3B8"/>
                </a:solidFill>
                <a:latin typeface="Pretendard"/>
              </a:rPr>
              <a:t>기간</a:t>
            </a:r>
            <a:endParaRPr sz="1400" b="0" i="0">
              <a:latin typeface="Pretendard"/>
            </a:endParaRPr>
          </a:p>
        </p:txBody>
      </p:sp>
      <p:sp>
        <p:nvSpPr>
          <p:cNvPr id="13" name="slide-project_card__tech-stack"/>
          <p:cNvSpPr/>
          <p:nvPr/>
        </p:nvSpPr>
        <p:spPr>
          <a:xfrm>
            <a:off x="304800" y="1847850"/>
            <a:ext cx="2438400" cy="2619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14" name="slide-project_card__tech-chip"/>
          <p:cNvSpPr/>
          <p:nvPr/>
        </p:nvSpPr>
        <p:spPr>
          <a:xfrm>
            <a:off x="304800" y="1847850"/>
            <a:ext cx="636538" cy="2619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</p:txBody>
      </p:sp>
      <p:sp>
        <p:nvSpPr>
          <p:cNvPr id="15" name="slide-project_card__chip-text"/>
          <p:cNvSpPr txBox="1"/>
          <p:nvPr/>
        </p:nvSpPr>
        <p:spPr>
          <a:xfrm>
            <a:off x="304800" y="1847850"/>
            <a:ext cx="636538" cy="261938"/>
          </a:xfrm>
          <a:prstGeom prst="rect">
            <a:avLst/>
          </a:prstGeom>
          <a:noFill/>
        </p:spPr>
        <p:txBody>
          <a:bodyPr wrap="square" lIns="114300" rIns="114300" tIns="38100" bIns="381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E2E8F0"/>
                </a:solidFill>
                <a:latin typeface="Pretendard"/>
              </a:rPr>
              <a:t>Python</a:t>
            </a:r>
          </a:p>
        </p:txBody>
      </p:sp>
      <p:sp>
        <p:nvSpPr>
          <p:cNvPr id="16" name="slide-project_card__tech-chip-2"/>
          <p:cNvSpPr/>
          <p:nvPr/>
        </p:nvSpPr>
        <p:spPr>
          <a:xfrm>
            <a:off x="1017538" y="1847850"/>
            <a:ext cx="669429" cy="2619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</p:txBody>
      </p:sp>
      <p:sp>
        <p:nvSpPr>
          <p:cNvPr id="17" name="slide-project_card__chip-text-2"/>
          <p:cNvSpPr txBox="1"/>
          <p:nvPr/>
        </p:nvSpPr>
        <p:spPr>
          <a:xfrm>
            <a:off x="1017538" y="1847850"/>
            <a:ext cx="669429" cy="261938"/>
          </a:xfrm>
          <a:prstGeom prst="rect">
            <a:avLst/>
          </a:prstGeom>
          <a:noFill/>
        </p:spPr>
        <p:txBody>
          <a:bodyPr wrap="square" lIns="114300" rIns="114300" tIns="38100" bIns="381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E2E8F0"/>
                </a:solidFill>
                <a:latin typeface="Pretendard"/>
              </a:rPr>
              <a:t>FastAPI</a:t>
            </a:r>
          </a:p>
        </p:txBody>
      </p:sp>
      <p:sp>
        <p:nvSpPr>
          <p:cNvPr id="18" name="slide-project_card__tech-chip-3"/>
          <p:cNvSpPr/>
          <p:nvPr/>
        </p:nvSpPr>
        <p:spPr>
          <a:xfrm>
            <a:off x="1763167" y="1847850"/>
            <a:ext cx="556320" cy="2619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19" name="slide-project_card__chip-text-3"/>
          <p:cNvSpPr txBox="1"/>
          <p:nvPr/>
        </p:nvSpPr>
        <p:spPr>
          <a:xfrm>
            <a:off x="1763167" y="1847850"/>
            <a:ext cx="556320" cy="261938"/>
          </a:xfrm>
          <a:prstGeom prst="rect">
            <a:avLst/>
          </a:prstGeom>
          <a:noFill/>
        </p:spPr>
        <p:txBody>
          <a:bodyPr wrap="square" lIns="114300" rIns="114300" tIns="38100" bIns="381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E2E8F0"/>
                </a:solidFill>
                <a:latin typeface="Pretendard"/>
              </a:rPr>
              <a:t>React</a:t>
            </a:r>
          </a:p>
        </p:txBody>
      </p:sp>
      <p:sp>
        <p:nvSpPr>
          <p:cNvPr id="20" name="slide-project_card__shape-6"/>
          <p:cNvSpPr/>
          <p:nvPr/>
        </p:nvSpPr>
        <p:spPr>
          <a:xfrm>
            <a:off x="3048000" y="0"/>
            <a:ext cx="9144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oject-name-main"/>
          <p:cNvSpPr txBox="1"/>
          <p:nvPr/>
        </p:nvSpPr>
        <p:spPr>
          <a:xfrm>
            <a:off x="3619500" y="533400"/>
            <a:ext cx="8001000" cy="44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80"/>
              </a:lnSpc>
            </a:pPr>
            <a:r>
              <a:rPr sz="3600" b="0" i="0" u="none">
                <a:solidFill>
                  <a:srgbClr val="1E293B"/>
                </a:solidFill>
                <a:latin typeface="Pretendard"/>
              </a:rPr>
              <a:t>프로젝트 이름</a:t>
            </a:r>
            <a:endParaRPr sz="3600" b="0" i="0">
              <a:latin typeface="Pretendard"/>
            </a:endParaRPr>
          </a:p>
        </p:txBody>
      </p:sp>
      <p:sp>
        <p:nvSpPr>
          <p:cNvPr id="22" name="summary-main"/>
          <p:cNvSpPr txBox="1"/>
          <p:nvPr/>
        </p:nvSpPr>
        <p:spPr>
          <a:xfrm>
            <a:off x="3619500" y="1169640"/>
            <a:ext cx="8001000" cy="275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90"/>
              </a:lnSpc>
            </a:pPr>
            <a:r>
              <a:rPr sz="1700" b="0" i="0" u="none">
                <a:solidFill>
                  <a:srgbClr val="475569"/>
                </a:solidFill>
                <a:latin typeface="Pretendard"/>
              </a:rPr>
              <a:t>프로젝트에 대한 간략한 설명이 들어갑니다. 무엇을 만들었고, 어떤 문제를 해결했는지 서술합니다.</a:t>
            </a:r>
          </a:p>
        </p:txBody>
      </p:sp>
      <p:sp>
        <p:nvSpPr>
          <p:cNvPr id="23" name="slide-project_card__highlights"/>
          <p:cNvSpPr/>
          <p:nvPr/>
        </p:nvSpPr>
        <p:spPr>
          <a:xfrm>
            <a:off x="3619500" y="4957762"/>
            <a:ext cx="8001000" cy="13668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1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3</a:t>
            </a:r>
          </a:p>
        </p:txBody>
      </p:sp>
      <p:sp>
        <p:nvSpPr>
          <p:cNvPr id="24" name="slide-project_card__highlight-card"/>
          <p:cNvSpPr/>
          <p:nvPr/>
        </p:nvSpPr>
        <p:spPr>
          <a:xfrm>
            <a:off x="3619500" y="4957762"/>
            <a:ext cx="8001000" cy="4048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95250" bIns="952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1</a:t>
            </a:r>
          </a:p>
        </p:txBody>
      </p:sp>
      <p:sp>
        <p:nvSpPr>
          <p:cNvPr id="25" name="slide-project_card__highlight-text"/>
          <p:cNvSpPr txBox="1"/>
          <p:nvPr/>
        </p:nvSpPr>
        <p:spPr>
          <a:xfrm>
            <a:off x="3771900" y="5053012"/>
            <a:ext cx="7696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Pretendard"/>
              </a:rPr>
              <a:t>주요 성과 1</a:t>
            </a:r>
          </a:p>
        </p:txBody>
      </p:sp>
      <p:sp>
        <p:nvSpPr>
          <p:cNvPr id="26" name="slide-project_card__highlight-card-2"/>
          <p:cNvSpPr/>
          <p:nvPr/>
        </p:nvSpPr>
        <p:spPr>
          <a:xfrm>
            <a:off x="3619500" y="5438775"/>
            <a:ext cx="8001000" cy="4048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95250" bIns="952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2</a:t>
            </a:r>
          </a:p>
        </p:txBody>
      </p:sp>
      <p:sp>
        <p:nvSpPr>
          <p:cNvPr id="27" name="slide-project_card__highlight-text-2"/>
          <p:cNvSpPr txBox="1"/>
          <p:nvPr/>
        </p:nvSpPr>
        <p:spPr>
          <a:xfrm>
            <a:off x="3771900" y="5534025"/>
            <a:ext cx="7696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Pretendard"/>
              </a:rPr>
              <a:t>주요 성과 2</a:t>
            </a:r>
          </a:p>
        </p:txBody>
      </p:sp>
      <p:sp>
        <p:nvSpPr>
          <p:cNvPr id="28" name="slide-project_card__highlight-card-3"/>
          <p:cNvSpPr/>
          <p:nvPr/>
        </p:nvSpPr>
        <p:spPr>
          <a:xfrm>
            <a:off x="3619500" y="5919788"/>
            <a:ext cx="8001000" cy="4048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95250" bIns="952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3</a:t>
            </a:r>
          </a:p>
        </p:txBody>
      </p:sp>
      <p:sp>
        <p:nvSpPr>
          <p:cNvPr id="29" name="slide-project_card__highlight-text-3"/>
          <p:cNvSpPr txBox="1"/>
          <p:nvPr/>
        </p:nvSpPr>
        <p:spPr>
          <a:xfrm>
            <a:off x="3771900" y="6015038"/>
            <a:ext cx="7696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Pretendard"/>
              </a:rPr>
              <a:t>주요 성과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0F172A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533400" y="457200"/>
            <a:ext cx="11125200" cy="4113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20"/>
              </a:lnSpc>
            </a:pPr>
            <a:r>
              <a:rPr sz="3600" b="0" i="0" u="none">
                <a:solidFill>
                  <a:srgbClr val="F8FAFC"/>
                </a:solidFill>
                <a:latin typeface="Pretendard"/>
              </a:rPr>
              <a:t>핵심 지표</a:t>
            </a:r>
            <a:endParaRPr sz="3600" b="0" i="0">
              <a:latin typeface="Pretendard"/>
            </a:endParaRPr>
          </a:p>
        </p:txBody>
      </p:sp>
      <p:sp>
        <p:nvSpPr>
          <p:cNvPr id="3" name="subtitle-main"/>
          <p:cNvSpPr txBox="1"/>
          <p:nvPr/>
        </p:nvSpPr>
        <p:spPr>
          <a:xfrm>
            <a:off x="533400" y="944761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94A3B8"/>
                </a:solidFill>
                <a:latin typeface="Pretendard"/>
              </a:rPr>
              <a:t>
            포트폴리오에서 추출한 수치·비교 요약
        </a:t>
            </a:r>
            <a:endParaRPr sz="1600" b="0" i="0">
              <a:latin typeface="Pretendard"/>
            </a:endParaRPr>
          </a:p>
        </p:txBody>
      </p:sp>
      <p:pic>
        <p:nvPicPr>
          <p:cNvPr id="4" name="metrics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01961"/>
            <a:ext cx="11125200" cy="4673203"/>
          </a:xfrm>
          <a:prstGeom prst="rect">
            <a:avLst/>
          </a:prstGeom>
        </p:spPr>
      </p:pic>
      <p:sp>
        <p:nvSpPr>
          <p:cNvPr id="5" name="footnote-main"/>
          <p:cNvSpPr txBox="1"/>
          <p:nvPr/>
        </p:nvSpPr>
        <p:spPr>
          <a:xfrm>
            <a:off x="533400" y="6303764"/>
            <a:ext cx="111252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i="0" u="none">
                <a:solidFill>
                  <a:srgbClr val="64748B"/>
                </a:solidFill>
                <a:latin typeface="Pretendard"/>
              </a:rPr>
              <a:t>
        기준일·출처 등 짧은 주석
    </a:t>
            </a:r>
            <a:endParaRPr sz="1300" b="0" i="0">
              <a:latin typeface="Pretendard"/>
            </a:endParaRPr>
          </a:p>
        </p:txBody>
      </p:sp>
      <p:graphicFrame>
        <p:nvGraphicFramePr>
          <p:cNvPr id="6" name="table-main"/>
          <p:cNvGraphicFramePr>
            <a:graphicFrameLocks noGrp="1"/>
          </p:cNvGraphicFramePr>
          <p:nvPr/>
        </p:nvGraphicFramePr>
        <p:xfrm>
          <a:off x="533400" y="1401961"/>
          <a:ext cx="11125200" cy="4673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400"/>
                <a:gridCol w="3708400"/>
                <a:gridCol w="3708400"/>
              </a:tblGrid>
              <a:tr h="2336601">
                <a:tc>
                  <a:txBody>
                    <a:bodyPr wrap="square" lIns="190500" rIns="190500" tIns="133350" bIns="133350"/>
                    <a:lstStyle/>
                    <a:p>
                      <a:pPr algn="l"/>
                      <a:r>
                        <a:rPr sz="1300" b="1">
                          <a:solidFill>
                            <a:srgbClr val="C7D2FE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lIns="190500" rIns="190500" tIns="133350" bIns="133350"/>
                    <a:lstStyle/>
                    <a:p>
                      <a:pPr algn="l"/>
                      <a:r>
                        <a:rPr sz="1300" b="1">
                          <a:solidFill>
                            <a:srgbClr val="C7D2FE"/>
                          </a:solidFill>
                          <a:latin typeface="Pretendard"/>
                        </a:rPr>
                        <a:t>수치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lIns="190500" rIns="190500" tIns="133350" bIns="133350"/>
                    <a:lstStyle/>
                    <a:p>
                      <a:pPr algn="l"/>
                      <a:r>
                        <a:rPr sz="1300" b="1">
                          <a:solidFill>
                            <a:srgbClr val="C7D2FE"/>
                          </a:solidFill>
                          <a:latin typeface="Pretendard"/>
                        </a:rPr>
                        <a:t>설명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336602">
                <a:tc>
                  <a:txBody>
                    <a:bodyPr wrap="square" lIns="190500" rIns="190500" tIns="152400" bIns="152400"/>
                    <a:lstStyle/>
                    <a:p>
                      <a:pPr algn="l"/>
                      <a:r>
                        <a:rPr sz="1700" b="0">
                          <a:solidFill>
                            <a:srgbClr val="E2E8F0"/>
                          </a:solidFill>
                          <a:latin typeface="Pretendard"/>
                        </a:rPr>
                        <a:t>예시 항목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lIns="190500" rIns="190500" tIns="152400" bIns="152400"/>
                    <a:lstStyle/>
                    <a:p>
                      <a:pPr algn="l"/>
                      <a:r>
                        <a:rPr sz="1700" b="0">
                          <a:solidFill>
                            <a:srgbClr val="E2E8F0"/>
                          </a:solidFill>
                          <a:latin typeface="Pretendard"/>
                        </a:rPr>
                        <a:t>42%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lIns="190500" rIns="190500" tIns="152400" bIns="152400"/>
                    <a:lstStyle/>
                    <a:p>
                      <a:pPr algn="l"/>
                      <a:r>
                        <a:rPr sz="1700" b="0">
                          <a:solidFill>
                            <a:srgbClr val="E2E8F0"/>
                          </a:solidFill>
                          <a:latin typeface="Pretendard"/>
                        </a:rPr>
                        <a:t>성과 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95300" y="419100"/>
            <a:ext cx="11201400" cy="388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79"/>
              </a:lnSpc>
            </a:pPr>
            <a:r>
              <a:rPr sz="3200" b="0" i="0" u="none">
                <a:solidFill>
                  <a:srgbClr val="F8FAFC"/>
                </a:solidFill>
                <a:latin typeface="Pretendard"/>
              </a:rPr>
              <a:t>비율 시각화</a:t>
            </a:r>
            <a:endParaRPr sz="3200" b="0" i="0">
              <a:latin typeface="Pretendard"/>
            </a:endParaRPr>
          </a:p>
        </p:txBody>
      </p:sp>
      <p:sp>
        <p:nvSpPr>
          <p:cNvPr id="3" name="subtitle-main"/>
          <p:cNvSpPr txBox="1"/>
          <p:nvPr/>
        </p:nvSpPr>
        <p:spPr>
          <a:xfrm>
            <a:off x="495300" y="864840"/>
            <a:ext cx="7620000" cy="207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600" b="0" i="0" u="none">
                <a:solidFill>
                  <a:srgbClr val="94A3B8"/>
                </a:solidFill>
                <a:latin typeface="Pretendard"/>
              </a:rPr>
              <a:t>
            항목별 상대 크기 (최댓값 기준 100%)
        </a:t>
            </a:r>
            <a:endParaRPr sz="1600" b="0" i="0">
              <a:latin typeface="Pretendard"/>
            </a:endParaRPr>
          </a:p>
        </p:txBody>
      </p:sp>
      <p:pic>
        <p:nvPicPr>
          <p:cNvPr id="4" name="bar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62509"/>
            <a:ext cx="9144000" cy="4888855"/>
          </a:xfrm>
          <a:prstGeom prst="rect">
            <a:avLst/>
          </a:prstGeom>
        </p:spPr>
      </p:pic>
      <p:sp>
        <p:nvSpPr>
          <p:cNvPr id="5" name="footnote-main"/>
          <p:cNvSpPr txBox="1"/>
          <p:nvPr/>
        </p:nvSpPr>
        <p:spPr>
          <a:xfrm>
            <a:off x="495300" y="6341864"/>
            <a:ext cx="112014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i="0" u="none">
                <a:solidFill>
                  <a:srgbClr val="64748B"/>
                </a:solidFill>
                <a:latin typeface="Pretendard"/>
              </a:rPr>
              <a:t>
        기준·단위 설명
    </a:t>
            </a:r>
            <a:endParaRPr sz="1300" b="0" i="0">
              <a:latin typeface="Pretendard"/>
            </a:endParaRPr>
          </a:p>
        </p:txBody>
      </p:sp>
      <p:graphicFrame>
        <p:nvGraphicFramePr>
          <p:cNvPr id="6" name="chart-main"/>
          <p:cNvGraphicFramePr>
            <a:graphicFrameLocks noGrp="1"/>
          </p:cNvGraphicFramePr>
          <p:nvPr/>
        </p:nvGraphicFramePr>
        <p:xfrm>
          <a:off x="1524000" y="1992362"/>
          <a:ext cx="91440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571500" y="457200"/>
            <a:ext cx="11049000" cy="3961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60"/>
              </a:lnSpc>
            </a:pPr>
            <a:r>
              <a:rPr sz="3400" b="0" i="0" u="none">
                <a:solidFill>
                  <a:srgbClr val="1E293B"/>
                </a:solidFill>
                <a:latin typeface="Pretendard"/>
              </a:rPr>
              <a:t>섹션 제목</a:t>
            </a:r>
            <a:endParaRPr sz="3400" b="0" i="0">
              <a:latin typeface="Pretendard"/>
            </a:endParaRPr>
          </a:p>
        </p:txBody>
      </p:sp>
      <p:sp>
        <p:nvSpPr>
          <p:cNvPr id="3" name="tc-accent-line"/>
          <p:cNvSpPr/>
          <p:nvPr/>
        </p:nvSpPr>
        <p:spPr>
          <a:xfrm>
            <a:off x="571500" y="967680"/>
            <a:ext cx="5715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tc-left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10580"/>
            <a:ext cx="5286375" cy="4894957"/>
          </a:xfrm>
          <a:prstGeom prst="rect">
            <a:avLst/>
          </a:prstGeom>
        </p:spPr>
      </p:pic>
      <p:sp>
        <p:nvSpPr>
          <p:cNvPr id="5" name="tc-divider"/>
          <p:cNvSpPr/>
          <p:nvPr/>
        </p:nvSpPr>
        <p:spPr>
          <a:xfrm>
            <a:off x="6029325" y="1310580"/>
            <a:ext cx="9525" cy="489495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tc-right-pane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310580"/>
            <a:ext cx="5286375" cy="4894957"/>
          </a:xfrm>
          <a:prstGeom prst="rect">
            <a:avLst/>
          </a:prstGeom>
        </p:spPr>
      </p:pic>
      <p:sp>
        <p:nvSpPr>
          <p:cNvPr id="7" name="footnote-main"/>
          <p:cNvSpPr txBox="1"/>
          <p:nvPr/>
        </p:nvSpPr>
        <p:spPr>
          <a:xfrm>
            <a:off x="571500" y="6367462"/>
            <a:ext cx="11049000" cy="1857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94A3B8"/>
                </a:solidFill>
                <a:latin typeface="Pretendard"/>
              </a:rPr>
              <a:t>추가 참고 사항</a:t>
            </a:r>
            <a:endParaRPr sz="1300" b="0" i="0">
              <a:latin typeface="Pretendard"/>
            </a:endParaRPr>
          </a:p>
        </p:txBody>
      </p:sp>
      <p:sp>
        <p:nvSpPr>
          <p:cNvPr id="8" name="left-main"/>
          <p:cNvSpPr txBox="1"/>
          <p:nvPr/>
        </p:nvSpPr>
        <p:spPr>
          <a:xfrm>
            <a:off x="571500" y="1310580"/>
            <a:ext cx="5286375" cy="1165622"/>
          </a:xfrm>
          <a:prstGeom prst="rect">
            <a:avLst/>
          </a:prstGeom>
          <a:noFill/>
        </p:spPr>
        <p:txBody>
          <a:bodyPr wrap="square" lIns="247650" rIns="247650" tIns="266700" bIns="266700" anchor="t">
            <a:noAutofit/>
          </a:bodyPr>
          <a:lstStyle/>
          <a:p>
            <a:pPr algn="l">
              <a:lnSpc>
                <a:spcPts val="2720"/>
              </a:lnSpc>
              <a:spcAft>
                <a:spcPts val="1200"/>
              </a:spcAft>
            </a:pPr>
            <a:r>
              <a:rPr sz="1700" b="0" i="0" u="none">
                <a:solidFill>
                  <a:srgbClr val="334155"/>
                </a:solidFill>
                <a:latin typeface="Pretendard"/>
              </a:rPr>
              <a:t>좌측 컬럼 내용이 들어갑니다. 프로젝트 배경, 목표, 주요 기능 등을 설명합니다.</a:t>
            </a:r>
            <a:endParaRPr sz="1700" b="0" i="0">
              <a:latin typeface="Pretendard"/>
            </a:endParaRPr>
          </a:p>
          <a:p>
            <a:pPr algn="l">
              <a:lnSpc>
                <a:spcPts val="2720"/>
              </a:lnSpc>
              <a:spcAft>
                <a:spcPts val="1200"/>
              </a:spcAft>
            </a:pPr>
            <a:r>
              <a:rPr sz="1700" b="0" i="0" u="none">
                <a:solidFill>
                  <a:srgbClr val="334155"/>
                </a:solidFill>
                <a:latin typeface="Pretendard"/>
              </a:rPr>
              <a:t>핵심 가설과 접근 방식, 문제 정의를 함께 정리합니다.</a:t>
            </a:r>
            <a:endParaRPr sz="1700" b="0" i="0">
              <a:latin typeface="Pretendard"/>
            </a:endParaRPr>
          </a:p>
        </p:txBody>
      </p:sp>
      <p:sp>
        <p:nvSpPr>
          <p:cNvPr id="9" name="right-main"/>
          <p:cNvSpPr txBox="1"/>
          <p:nvPr/>
        </p:nvSpPr>
        <p:spPr>
          <a:xfrm>
            <a:off x="6334125" y="1310580"/>
            <a:ext cx="5286375" cy="1165622"/>
          </a:xfrm>
          <a:prstGeom prst="rect">
            <a:avLst/>
          </a:prstGeom>
          <a:noFill/>
        </p:spPr>
        <p:txBody>
          <a:bodyPr wrap="square" lIns="247650" rIns="247650" tIns="266700" bIns="266700" anchor="t">
            <a:noAutofit/>
          </a:bodyPr>
          <a:lstStyle/>
          <a:p>
            <a:pPr algn="l">
              <a:lnSpc>
                <a:spcPts val="2720"/>
              </a:lnSpc>
              <a:spcAft>
                <a:spcPts val="1200"/>
              </a:spcAft>
            </a:pPr>
            <a:r>
              <a:rPr sz="1700" b="0" i="0" u="none">
                <a:solidFill>
                  <a:srgbClr val="334155"/>
                </a:solidFill>
                <a:latin typeface="Pretendard"/>
              </a:rPr>
              <a:t>우측 컬럼 내용이 들어갑니다. 기술 스택, 성과, 상세 설명 등을 담습니다.</a:t>
            </a:r>
            <a:endParaRPr sz="1700" b="0" i="0">
              <a:latin typeface="Pretendard"/>
            </a:endParaRPr>
          </a:p>
          <a:p>
            <a:pPr algn="l">
              <a:lnSpc>
                <a:spcPts val="2720"/>
              </a:lnSpc>
              <a:spcAft>
                <a:spcPts val="1200"/>
              </a:spcAft>
            </a:pPr>
            <a:r>
              <a:rPr sz="1700" b="0" i="0" u="none">
                <a:solidFill>
                  <a:srgbClr val="334155"/>
                </a:solidFill>
                <a:latin typeface="Pretendard"/>
              </a:rPr>
              <a:t>실험 결과와 다음 단계, 협업 포인트를 덧붙일 수 있습니다.</a:t>
            </a:r>
            <a:endParaRPr sz="1700" b="0" i="0">
              <a:latin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closing-default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osing-default__acce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1428750"/>
            <a:ext cx="76200" cy="1314450"/>
          </a:xfrm>
          <a:prstGeom prst="rect">
            <a:avLst/>
          </a:prstGeom>
        </p:spPr>
      </p:pic>
      <p:sp>
        <p:nvSpPr>
          <p:cNvPr id="4" name="closing-default__panel"/>
          <p:cNvSpPr/>
          <p:nvPr/>
        </p:nvSpPr>
        <p:spPr>
          <a:xfrm>
            <a:off x="1295400" y="1009650"/>
            <a:ext cx="9601200" cy="48387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ssage-main"/>
          <p:cNvSpPr txBox="1"/>
          <p:nvPr/>
        </p:nvSpPr>
        <p:spPr>
          <a:xfrm>
            <a:off x="4983361" y="2524274"/>
            <a:ext cx="2224980" cy="575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048"/>
              </a:lnSpc>
            </a:pPr>
            <a:r>
              <a:rPr sz="5600" b="0" i="0" u="none">
                <a:solidFill>
                  <a:srgbClr val="F8FAFC"/>
                </a:solidFill>
                <a:latin typeface="Pretendard"/>
              </a:rPr>
              <a:t>감사합니다</a:t>
            </a:r>
          </a:p>
        </p:txBody>
      </p:sp>
      <p:sp>
        <p:nvSpPr>
          <p:cNvPr id="6" name="subtitle-main"/>
          <p:cNvSpPr txBox="1"/>
          <p:nvPr/>
        </p:nvSpPr>
        <p:spPr>
          <a:xfrm>
            <a:off x="4765477" y="3271689"/>
            <a:ext cx="266089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sz="2000" b="0" i="0" u="none">
                <a:solidFill>
                  <a:srgbClr val="CBD5E1"/>
                </a:solidFill>
                <a:latin typeface="Pretendard"/>
              </a:rPr>
              <a:t>함께 일할 기회를 기다리고 있습니다</a:t>
            </a:r>
          </a:p>
        </p:txBody>
      </p:sp>
      <p:sp>
        <p:nvSpPr>
          <p:cNvPr id="7" name="contact-main"/>
          <p:cNvSpPr txBox="1"/>
          <p:nvPr/>
        </p:nvSpPr>
        <p:spPr>
          <a:xfrm>
            <a:off x="5095131" y="3900339"/>
            <a:ext cx="2001441" cy="433388"/>
          </a:xfrm>
          <a:prstGeom prst="rect">
            <a:avLst/>
          </a:prstGeom>
          <a:noFill/>
        </p:spPr>
        <p:txBody>
          <a:bodyPr wrap="square" lIns="285750" rIns="285750" tIns="114300" bIns="11430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500" b="0" i="0" u="none">
                <a:solidFill>
                  <a:srgbClr val="A5B4FC"/>
                </a:solidFill>
                <a:latin typeface="Pretendard"/>
              </a:rPr>
              <a:t>email@example.com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7255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quote-default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uote-default__panel"/>
          <p:cNvSpPr/>
          <p:nvPr/>
        </p:nvSpPr>
        <p:spPr>
          <a:xfrm>
            <a:off x="1123950" y="914400"/>
            <a:ext cx="9944100" cy="50292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uote-default__ru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95400"/>
            <a:ext cx="57150" cy="4267200"/>
          </a:xfrm>
          <a:prstGeom prst="rect">
            <a:avLst/>
          </a:prstGeom>
        </p:spPr>
      </p:pic>
      <p:sp>
        <p:nvSpPr>
          <p:cNvPr id="5" name="title-main"/>
          <p:cNvSpPr txBox="1"/>
          <p:nvPr/>
        </p:nvSpPr>
        <p:spPr>
          <a:xfrm>
            <a:off x="3886200" y="2581126"/>
            <a:ext cx="741164" cy="1361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300" b="0" i="0" u="none">
                <a:solidFill>
                  <a:srgbClr val="38BDF8"/>
                </a:solidFill>
                <a:latin typeface="Pretendard"/>
              </a:rPr>
              <a:t>핵심 메시지</a:t>
            </a:r>
          </a:p>
        </p:txBody>
      </p:sp>
      <p:sp>
        <p:nvSpPr>
          <p:cNvPr id="6" name="quote-main"/>
          <p:cNvSpPr txBox="1"/>
          <p:nvPr/>
        </p:nvSpPr>
        <p:spPr>
          <a:xfrm>
            <a:off x="3886200" y="2888754"/>
            <a:ext cx="5105400" cy="919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28"/>
              </a:lnSpc>
            </a:pPr>
            <a:r>
              <a:rPr sz="3300" b="0" i="0" u="none">
                <a:solidFill>
                  <a:srgbClr val="F8FAFC"/>
                </a:solidFill>
                <a:latin typeface="Pretendard"/>
              </a:rPr>
              <a:t>미션과 가치를 한 줄로 전달하는 인용문이 들어갑니다.</a:t>
            </a:r>
            <a:endParaRPr sz="3300" b="0" i="0">
              <a:latin typeface="Pretendard"/>
            </a:endParaRPr>
          </a:p>
        </p:txBody>
      </p:sp>
      <p:sp>
        <p:nvSpPr>
          <p:cNvPr id="7" name="attribution-main"/>
          <p:cNvSpPr txBox="1"/>
          <p:nvPr/>
        </p:nvSpPr>
        <p:spPr>
          <a:xfrm>
            <a:off x="3886200" y="4055864"/>
            <a:ext cx="447526" cy="220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sz="1600" b="0" i="0" u="none">
                <a:solidFill>
                  <a:srgbClr val="CBD5E1"/>
                </a:solidFill>
                <a:latin typeface="Pretendard"/>
              </a:rPr>
              <a:t>— 출처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